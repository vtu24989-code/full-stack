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34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Kumar Kuruba" userId="e2dff76a3b5fcfbb" providerId="LiveId" clId="{932AD2CC-6724-4E37-B097-B954D73A674C}"/>
    <pc:docChg chg="modSld">
      <pc:chgData name="Rakesh Kumar Kuruba" userId="e2dff76a3b5fcfbb" providerId="LiveId" clId="{932AD2CC-6724-4E37-B097-B954D73A674C}" dt="2026-04-16T04:01:11.513" v="17" actId="14100"/>
      <pc:docMkLst>
        <pc:docMk/>
      </pc:docMkLst>
      <pc:sldChg chg="modSp mod">
        <pc:chgData name="Rakesh Kumar Kuruba" userId="e2dff76a3b5fcfbb" providerId="LiveId" clId="{932AD2CC-6724-4E37-B097-B954D73A674C}" dt="2026-04-16T03:58:10.493" v="10" actId="20577"/>
        <pc:sldMkLst>
          <pc:docMk/>
          <pc:sldMk cId="0" sldId="256"/>
        </pc:sldMkLst>
        <pc:spChg chg="mod">
          <ac:chgData name="Rakesh Kumar Kuruba" userId="e2dff76a3b5fcfbb" providerId="LiveId" clId="{932AD2CC-6724-4E37-B097-B954D73A674C}" dt="2026-04-16T03:35:54.816" v="1" actId="20577"/>
          <ac:spMkLst>
            <pc:docMk/>
            <pc:sldMk cId="0" sldId="256"/>
            <ac:spMk id="13" creationId="{7FFE0DA2-4723-7C13-5FD7-FC99B0394DDD}"/>
          </ac:spMkLst>
        </pc:spChg>
        <pc:spChg chg="mod">
          <ac:chgData name="Rakesh Kumar Kuruba" userId="e2dff76a3b5fcfbb" providerId="LiveId" clId="{932AD2CC-6724-4E37-B097-B954D73A674C}" dt="2026-04-16T03:58:10.493" v="10" actId="20577"/>
          <ac:spMkLst>
            <pc:docMk/>
            <pc:sldMk cId="0" sldId="256"/>
            <ac:spMk id="15" creationId="{6FF32D1A-2F9C-AC53-CCBD-ABF748DF236F}"/>
          </ac:spMkLst>
        </pc:spChg>
      </pc:sldChg>
      <pc:sldChg chg="modSp mod">
        <pc:chgData name="Rakesh Kumar Kuruba" userId="e2dff76a3b5fcfbb" providerId="LiveId" clId="{932AD2CC-6724-4E37-B097-B954D73A674C}" dt="2026-04-16T04:01:11.513" v="17" actId="14100"/>
        <pc:sldMkLst>
          <pc:docMk/>
          <pc:sldMk cId="0" sldId="262"/>
        </pc:sldMkLst>
        <pc:spChg chg="mod">
          <ac:chgData name="Rakesh Kumar Kuruba" userId="e2dff76a3b5fcfbb" providerId="LiveId" clId="{932AD2CC-6724-4E37-B097-B954D73A674C}" dt="2026-04-16T04:01:00.967" v="15" actId="14100"/>
          <ac:spMkLst>
            <pc:docMk/>
            <pc:sldMk cId="0" sldId="262"/>
            <ac:spMk id="35" creationId="{E2399696-EC63-2120-A97B-7E9E8B365CCD}"/>
          </ac:spMkLst>
        </pc:spChg>
        <pc:picChg chg="mod">
          <ac:chgData name="Rakesh Kumar Kuruba" userId="e2dff76a3b5fcfbb" providerId="LiveId" clId="{932AD2CC-6724-4E37-B097-B954D73A674C}" dt="2026-04-16T04:01:11.513" v="17" actId="14100"/>
          <ac:picMkLst>
            <pc:docMk/>
            <pc:sldMk cId="0" sldId="262"/>
            <ac:picMk id="36" creationId="{7108A7C9-8B7C-9339-221D-E8F0E5FAFD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16-04-2026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P.VIVEK VARDHAN REDDY – VTU24989– 23UECS0855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, M.E 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494966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914400" y="1741462"/>
            <a:ext cx="161163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Campus Event Management System is a web-based application designed to simplify the planning, organization, and management of events within a campus.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institutions, event coordination is done manually, which leads to miscommunication, scheduling conflicts, and inefficiencies.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centralized platform where students, faculty, and administrators can create, manage, and participate in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real-time updates, online registrations, and seamless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improves coordination, reduces manual work, and enhances overall event experience within the campus.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2032" y="73143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D1726-59B6-FE0D-0928-0D478E1AA962}"/>
              </a:ext>
            </a:extLst>
          </p:cNvPr>
          <p:cNvSpPr txBox="1"/>
          <p:nvPr/>
        </p:nvSpPr>
        <p:spPr>
          <a:xfrm>
            <a:off x="1524000" y="2111901"/>
            <a:ext cx="157353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campus environments, event management is often handled manually or through scattered platforms. This leads to: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event schedules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communication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registration and attendance issues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events due to poor coordination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awareness among students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smart, automated system that can efficiently handle event planning, registration, and notifications in a centralized manner.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90500" y="6132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199011" y="2095500"/>
            <a:ext cx="15082325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platform for managing campus events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create, update, and delete events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online event registration for students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notifications and updates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scheduling conflicts using proper event management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event records and attendance data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organizers and participants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a user-friendly interface 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90499" y="6132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107537" y="2171700"/>
            <a:ext cx="1607292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 application that allows users to: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online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 about upcoming events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event schedules in a structured format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participation and attendance 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monitor all events, approve requests, and manage users efficiently.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602837" y="14859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event details or registers for an event through the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Frontend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request → Backend processes using APIs → Validates data.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Stores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details, user data, and registrations.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list, confirmations, and notifications to users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E8E266-1870-8FC9-71EA-ACB232825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5143500"/>
            <a:ext cx="102108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399696-EC63-2120-A97B-7E9E8B365CCD}"/>
              </a:ext>
            </a:extLst>
          </p:cNvPr>
          <p:cNvSpPr txBox="1"/>
          <p:nvPr/>
        </p:nvSpPr>
        <p:spPr>
          <a:xfrm>
            <a:off x="762000" y="1485900"/>
            <a:ext cx="110490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Admin/Organizer logs into the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new event with details (date, time, venue)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is stored in the 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view available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confirmation/notification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tracks registrations and attendance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updates are reflected in real time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108A7C9-8B7C-9339-221D-E8F0E5FAF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0" y="1066800"/>
            <a:ext cx="6705600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231095" y="1714500"/>
            <a:ext cx="15082325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Node.js, Python(Flask or Django)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MySQL, </a:t>
            </a:r>
            <a:r>
              <a:rPr lang="en-I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MangoDB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VS Code,  Web Browser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Firebase for notifications</a:t>
            </a:r>
          </a:p>
          <a:p>
            <a:endParaRPr lang="en-US" sz="32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524000" y="1429641"/>
            <a:ext cx="15548629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>
              <a:solidFill>
                <a:srgbClr val="FF0000"/>
              </a:solidFill>
            </a:endParaRP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1:User Management Module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login, registration, and user roles (Admin/Student)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 Module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Allows creation, updating, and deletion of events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Registration Module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Enables students to register for events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Notification Module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Sends alerts and updates about events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Dashboard Module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Displays event details, schedules, and statistics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7508D-B403-F6EF-58CF-5FF7F1017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543300"/>
            <a:ext cx="13030199" cy="583101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BFC6A5-1A0C-5984-B2BE-AB2EA0F336E7}"/>
              </a:ext>
            </a:extLst>
          </p:cNvPr>
          <p:cNvSpPr txBox="1"/>
          <p:nvPr/>
        </p:nvSpPr>
        <p:spPr>
          <a:xfrm>
            <a:off x="762000" y="1695377"/>
            <a:ext cx="164086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Home Page:</a:t>
            </a:r>
            <a:br>
              <a:rPr lang="en-US" sz="3200" dirty="0"/>
            </a:br>
            <a:r>
              <a:rPr lang="en-US" sz="3200" dirty="0"/>
              <a:t>	Displays event submission form and navigation interface.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838200" y="1373628"/>
            <a:ext cx="16395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Main Dashboard:</a:t>
            </a:r>
            <a:br>
              <a:rPr lang="en-US" sz="3200" dirty="0"/>
            </a:br>
            <a:r>
              <a:rPr lang="en-US" sz="3200" dirty="0"/>
              <a:t>	Shows live event feed with dynamically generated event cards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569E6-01E2-1584-C4B1-5309ACB53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314700"/>
            <a:ext cx="13563600" cy="606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744415" y="1604186"/>
            <a:ext cx="165301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Event Submission:</a:t>
            </a:r>
            <a:br>
              <a:rPr lang="en-US" sz="3200" dirty="0"/>
            </a:br>
            <a:r>
              <a:rPr lang="en-US" sz="3200" dirty="0"/>
              <a:t>	User enters event message and system logs it successfully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6F2A9A-999F-CF6C-E0CA-288D56AEC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562" y="3388000"/>
            <a:ext cx="11734800" cy="558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762000" y="1409700"/>
            <a:ext cx="165301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Output Page:</a:t>
            </a:r>
            <a:br>
              <a:rPr lang="en-US" sz="3200" dirty="0"/>
            </a:br>
            <a:r>
              <a:rPr lang="en-US" sz="3200" dirty="0"/>
              <a:t>	Latest events are displayed in real time without refreshing.</a:t>
            </a:r>
            <a:endParaRPr lang="en-IN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DA08CB-02AA-813E-AF6D-DCDB1E6F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543300"/>
            <a:ext cx="11887200" cy="566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29CDA-8697-4E77-916F-12EAA1B61166}"/>
              </a:ext>
            </a:extLst>
          </p:cNvPr>
          <p:cNvSpPr txBox="1"/>
          <p:nvPr/>
        </p:nvSpPr>
        <p:spPr>
          <a:xfrm>
            <a:off x="1752600" y="1765695"/>
            <a:ext cx="119634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ADVANTAGES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event management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 and notifications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registration process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scheduling conflicts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access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may need improvement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advanced integrations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system maintenance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726</Words>
  <Application>Microsoft Office PowerPoint</Application>
  <PresentationFormat>Custom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Bookman Old Style</vt:lpstr>
      <vt:lpstr>Times New Roman</vt:lpstr>
      <vt:lpstr>Calibri</vt:lpstr>
      <vt:lpstr>Cambria</vt:lpstr>
      <vt:lpstr>Arial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Rakesh Kumar Kuruba</dc:creator>
  <cp:lastModifiedBy>BALAJI MADALA</cp:lastModifiedBy>
  <cp:revision>17</cp:revision>
  <dcterms:created xsi:type="dcterms:W3CDTF">2006-08-16T00:00:00Z</dcterms:created>
  <dcterms:modified xsi:type="dcterms:W3CDTF">2026-04-20T04:00:29Z</dcterms:modified>
  <dc:identifier>DAHCaYqJ9OU</dc:identifier>
</cp:coreProperties>
</file>